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Masters/slideMaster1.xml" ContentType="application/vnd.openxmlformats-officedocument.presentationml.slide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officeDocument/2006/relationships/custom-properties" Target="docProps/custom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2"/>
  </p:notesMasterIdLst>
  <p:sldIdLst>
    <p:sldId id="256" r:id="rId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5" Type="http://schemas.openxmlformats.org/officeDocument/2006/relationships/viewProps" Target="viewProps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4" Type="http://schemas.openxmlformats.org/officeDocument/2006/relationships/tableStyles" Target="tableStyles.xml" /><Relationship Id="rId2" Type="http://schemas.openxmlformats.org/officeDocument/2006/relationships/notesMaster" Target="notesMasters/notesMaster1.xml" /><Relationship Id="rId3" Type="http://schemas.openxmlformats.org/officeDocument/2006/relationships/presProps" Target="presProps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background: 'linear-gradient(135deg, #1D4ED8 0%, #06B6D4 100%)', padding: '60px 80px', position: 'relative' }}&gt;&#10;  &lt;Box style={{ position: 'absolute', right: -80, bottom: -80, width: 380, height: 380, borderRadius: 190, background: 'rgba(255,255,255,0.08)' }} /&gt;&#10;  &lt;Box style={{ position: 'absolute', right: 60, top: 60, width: 160, height: 160, borderRadius: 80, background: 'rgba(255,255,255,0.06)' }} /&gt;&#10;  &lt;Box style={{ flex: 1, flexDirection: 'row', alignItems: 'center', gap: 40 }}&gt;&#10;    &lt;Box style={{ flex: 1.3, justifyContent: 'center', gap: 14 }}&gt;&#10;      &lt;Text style={{ fontSize: 20, color: 'rgba(255,255,255,0.85)', letterSpacing: 3 }}&gt;&#10;        IT 运维 · 账号与目录管理&#10;      &lt;/Text&gt;&#10;      &lt;Text style={{ fontSize: 56, fontWeight: 'bold', color: '#FFFFFF', lineHeight: 1.18 }}&gt;&#10;        AD 域控管理系统&#10;      &lt;/Text&gt;&#10;      &lt;Text style={{ fontSize: 24, color: 'rgba(255,255,255,0.92)' }}&gt;&#10;        多域账号 · 目录对象 · 一体化管理&#10;      &lt;/Text&gt;&#10;      &lt;Box style={{ width: 90, height: 5, background: '#F59E0B', borderRadius: 3, marginTop: 6 }} /&gt;&#10;      &lt;Box style={{ marginTop: 22, gap: 5 }}&gt;&#10;        &lt;Text style={{ fontSize: 20, fontWeight: 'bold', color: '#FFFFFF' }}&gt;&#10;          PowerShell 中文社区团队&#10;        &lt;/Text&gt;&#10;        &lt;Text style={{ fontSize: 16, color: 'rgba(255,255,255,0.82)' }}&gt;&#10;          官网 www.powershell.com.cn ｜ 商务合作 dengpeng@powershell.com.cn&#10;        &lt;/Text&gt;&#10;      &lt;/Box&gt;&#10;    &lt;/Box&gt;&#10;    &lt;Box style={{ flex: 0.7, alignItems: 'center', justifyContent: 'center' }}&gt;&#10;      &lt;Box style={{ width: 300, height: 300, borderRadius: 150, background: 'rgba(255,255,255,0.12)', alignItems: 'center', justifyContent: 'center', border: '2px solid rgba(255,255,255,0.28)' }}&gt;&#10;        &lt;Text style={{ fontSize: 110, fontWeight: 'bold', color: '#F59E0B', lineHeight: 1 }}&gt;&#10;          AD&#10;        &lt;/Text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D4ED8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" name="" descr="{&quot;isTemplate&quot;:true,&quot;type&quot;:&quot;text&quot;}"/>
          <p:cNvSpPr txBox="1"/>
          <p:nvPr/>
        </p:nvSpPr>
        <p:spPr>
          <a:xfrm rot="0" flipH="0" flipV="0">
            <a:off x="762000" y="2143125"/>
            <a:ext cx="66865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2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IT </a:t>
            </a:r>
            <a:r>
              <a:rPr lang="zh-CN" sz="1500" spc="2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运维</a:t>
            </a:r>
            <a:r>
              <a:rPr lang="en-US" sz="1500" spc="2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 spc="2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账号与目录管理</a:t>
            </a:r>
            <a:endParaRPr/>
          </a:p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762000" y="2505075"/>
            <a:ext cx="6686550" cy="762000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en-US" sz="42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AD </a:t>
            </a:r>
            <a:r>
              <a:rPr lang="zh-CN" sz="4200" b="1">
                <a:solidFill>
                  <a:srgbClr val="FFFFFF"/>
                </a:solidFill>
                <a:latin typeface="Microsoft YaHei"/>
                <a:ea typeface="Microsoft YaHei"/>
              </a:rPr>
              <a:t>域控管理系统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762000" y="3400425"/>
            <a:ext cx="6686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多域账号</a:t>
            </a:r>
            <a:r>
              <a:rPr lang="en-US" sz="1800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800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目录对象</a:t>
            </a:r>
            <a:r>
              <a:rPr lang="en-US" sz="1800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800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一体化管理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762000" y="3867150"/>
            <a:ext cx="857250" cy="47625"/>
          </a:xfrm>
          <a:prstGeom prst="roundRect">
            <a:avLst>
              <a:gd name="adj" fmla="val 6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762000" y="4257675"/>
            <a:ext cx="66865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PowerShell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中文社区团队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762000" y="4533900"/>
            <a:ext cx="6686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官网</a:t>
            </a:r>
            <a:r>
              <a:rPr lang="en-US" sz="1200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 xml:space="preserve"> www.powershell.com.cn </a:t>
            </a:r>
            <a:r>
              <a:rPr lang="zh-CN" sz="1200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｜</a:t>
            </a:r>
            <a:r>
              <a:rPr lang="en-US" sz="1200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商务合作</a:t>
            </a:r>
            <a:r>
              <a:rPr lang="en-US" sz="1200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 xml:space="preserve"> dengpeng@powershell.com.cn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8201025" y="2000250"/>
            <a:ext cx="2857500" cy="28575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25400">
            <a:solidFill>
              <a:srgbClr val="FFFFFF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8820150" y="2800350"/>
            <a:ext cx="1619250" cy="1257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0" b="1">
                <a:solidFill>
                  <a:srgbClr val="F59E0B"/>
                </a:solidFill>
                <a:latin typeface="Microsoft YaHei"/>
                <a:ea typeface="Microsoft YaHei"/>
              </a:rPr>
              <a:t>AD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9334500" y="4000500"/>
            <a:ext cx="3619500" cy="3619500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12" name=""/>
          <p:cNvSpPr/>
          <p:nvPr/>
        </p:nvSpPr>
        <p:spPr>
          <a:xfrm rot="0" flipH="0" flipV="0">
            <a:off x="10096500" y="571500"/>
            <a:ext cx="1524000" cy="152400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2026-10-19T04:17:10Z</dcterms:created>
  <dcterms:modified xsi:type="dcterms:W3CDTF">2026-10-19T04:17:10Z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{"AIGC":{"Label":"1","ContentProducer":"00119111010856365494821B355","ProduceID":"01a150a671d37692ab97baa21a36646d","ReservedCode1":"","ContentPropagator":"00119111010856365494821B355","PropagateID":"01a150a671d37692ab97baa21a36646d","ReservedCode2":""}}</vt:lpwstr>
  </property>
</Properties>
</file>